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212080"/>
            <a:ext cx="1737360" cy="-64008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51760" y="4572000"/>
            <a:ext cx="1737360" cy="82296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394960"/>
            <a:ext cx="1737360" cy="-64008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4754880"/>
            <a:ext cx="1737360" cy="64008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5394960"/>
            <a:ext cx="1737360" cy="-73152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663440"/>
            <a:ext cx="1645920" cy="548640"/>
          </a:xfrm>
          <a:prstGeom prst="line">
            <a:avLst/>
          </a:prstGeom>
          <a:noFill/>
          <a:ln w="25400">
            <a:solidFill>
              <a:srgbClr val="1E3E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5129784"/>
            <a:ext cx="164592" cy="164592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4489704"/>
            <a:ext cx="164592" cy="164592"/>
          </a:xfrm>
          <a:prstGeom prst="ellipse">
            <a:avLst/>
          </a:prstGeom>
          <a:solidFill>
            <a:srgbClr val="0B2027"/>
          </a:solidFill>
          <a:ln w="19050">
            <a:solidFill>
              <a:srgbClr val="1477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06824" y="5312664"/>
            <a:ext cx="164592" cy="164592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44184" y="4672584"/>
            <a:ext cx="164592" cy="164592"/>
          </a:xfrm>
          <a:prstGeom prst="ellipse">
            <a:avLst/>
          </a:prstGeom>
          <a:solidFill>
            <a:srgbClr val="0B2027"/>
          </a:solidFill>
          <a:ln w="19050">
            <a:solidFill>
              <a:srgbClr val="147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81544" y="5312664"/>
            <a:ext cx="164592" cy="164592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18904" y="4581144"/>
            <a:ext cx="164592" cy="164592"/>
          </a:xfrm>
          <a:prstGeom prst="ellipse">
            <a:avLst/>
          </a:prstGeom>
          <a:solidFill>
            <a:srgbClr val="0B2027"/>
          </a:solidFill>
          <a:ln w="19050">
            <a:solidFill>
              <a:srgbClr val="147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164824" y="5129784"/>
            <a:ext cx="164592" cy="164592"/>
          </a:xfrm>
          <a:prstGeom prst="ellipse">
            <a:avLst/>
          </a:prstGeom>
          <a:solidFill>
            <a:srgbClr val="FF6B4A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13716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VitaFlow Life AI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22960" y="2331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coach for the life you're actually living — not just your calendar.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Round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Burnout isn't a mood problem.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visibility problem.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EFF7F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5–8 apps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37033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person tracks sleep, mood, tasks, money, and fitness in separate, disconnected apps.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83464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EFF7F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causal view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37033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Single-domain trackers show what happened — never why, because they can't see across domains.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83464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EF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Burnout blindsided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37033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stress is obvious, it's already cost weeks of productivity and wellbeing.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31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coach that sees your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life — and shows the pattern.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daily check-in replaces five separate logging habits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3832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Life Balance Score — explainable, not a black box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69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phrased from real computed statistics, e.g. ‘stress rises every Tuesday’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754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flagged early through a rules + AI hybrid, before it's a crisis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in. See the score move.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on a real insight.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38160" y="914400"/>
            <a:ext cx="3291840" cy="5577840"/>
          </a:xfrm>
          <a:prstGeom prst="roundRect">
            <a:avLst>
              <a:gd name="adj" fmla="val 9722"/>
            </a:avLst>
          </a:prstGeom>
          <a:solidFill>
            <a:srgbClr val="0B2027"/>
          </a:solidFill>
          <a:ln/>
        </p:spPr>
      </p:sp>
      <p:sp>
        <p:nvSpPr>
          <p:cNvPr id="6" name="Shape 4"/>
          <p:cNvSpPr/>
          <p:nvPr/>
        </p:nvSpPr>
        <p:spPr>
          <a:xfrm>
            <a:off x="8302752" y="1234440"/>
            <a:ext cx="2962656" cy="4937760"/>
          </a:xfrm>
          <a:prstGeom prst="roundRect">
            <a:avLst>
              <a:gd name="adj" fmla="val 5556"/>
            </a:avLst>
          </a:prstGeom>
          <a:solidFill>
            <a:srgbClr val="10282A"/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1828800"/>
            <a:ext cx="1554480" cy="1554480"/>
          </a:xfrm>
          <a:prstGeom prst="ellipse">
            <a:avLst/>
          </a:prstGeom>
          <a:ln w="127000">
            <a:solidFill>
              <a:srgbClr val="1E3E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1828800"/>
            <a:ext cx="1554480" cy="1554480"/>
          </a:xfrm>
          <a:prstGeom prst="ellipse">
            <a:avLst/>
          </a:prstGeom>
          <a:ln w="127000">
            <a:solidFill>
              <a:srgbClr val="F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0684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4124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Balance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39319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14312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4069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95360" y="4297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stress rises every Tuesday — tied to Monday nights under 6 hrs of sleep.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check-in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today's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updates in real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800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+ XP reinforce the habit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wellness market that's still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one problem at a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4754880" cy="777240"/>
          </a:xfrm>
          <a:prstGeom prst="roundRect">
            <a:avLst>
              <a:gd name="adj" fmla="val 49412"/>
            </a:avLst>
          </a:prstGeom>
          <a:solidFill>
            <a:srgbClr val="EF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54480" y="3977640"/>
            <a:ext cx="3291840" cy="777240"/>
          </a:xfrm>
          <a:prstGeom prst="roundRect">
            <a:avLst>
              <a:gd name="adj" fmla="val 49412"/>
            </a:avLst>
          </a:prstGeom>
          <a:solidFill>
            <a:srgbClr val="14776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977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4937760"/>
            <a:ext cx="1920240" cy="777240"/>
          </a:xfrm>
          <a:prstGeom prst="roundRect">
            <a:avLst>
              <a:gd name="adj" fmla="val 49412"/>
            </a:avLst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4937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31089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figures to be sized with current third-party market data at fundraise time — </a:t>
            </a:r>
            <a:pPr indent="0" marL="0">
              <a:buNone/>
            </a:pPr>
            <a:r>
              <a:rPr lang="en-US" sz="12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structure shown; do not cite stale numbers.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subscription,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B2B2C expansion later.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EFF7F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loop, basic tracking, 1 AI insight/day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8346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0B202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$9.99/mo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coaching, full analytics, wearables, AI voice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83464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EF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$14.99/mo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1248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challenges, human-coach add-ons (v3)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show investors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MVP cohort.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rgbClr val="EFF7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rgbClr val="EFF7F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rgbClr val="EF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engagement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3017520"/>
            <a:ext cx="2423160" cy="1463040"/>
          </a:xfrm>
          <a:prstGeom prst="roundRect">
            <a:avLst>
              <a:gd name="adj" fmla="val 7500"/>
            </a:avLst>
          </a:prstGeom>
          <a:solidFill>
            <a:srgbClr val="EF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3200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3749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Free→paid conversion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populate once the MVP cohort (Phase 0–1) has run — tracked via Firebase Analytics + Mixpanel.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picked one lane.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Mood/Sleep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Tasks/Focus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Headspace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0906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/ Fabulous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090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090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090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3090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YNAB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712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712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71246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0" y="37124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521440" cy="548640"/>
          </a:xfrm>
          <a:prstGeom prst="roundRect">
            <a:avLst>
              <a:gd name="adj" fmla="val 16667"/>
            </a:avLst>
          </a:prstGeom>
          <a:solidFill>
            <a:srgbClr val="EF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342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VitaFlow Life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43342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43342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43342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0" y="4334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31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Content-led, referral-amplified.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SEO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content on burnout + a shareable ‘life balance quiz’ that captures email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score stories — the insight itself is the shareable hook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burnout / AI coach / habit tracker keywords with score-ring screenshots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46177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Accountability-partner invites, seeded before Community even ships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F7F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C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core loop to community.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loop, health/mental basics, scoring, paywall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M3–4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tuning, streaks, weekly recap, wearable read sync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496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M5–6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Relationships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246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check-in reminders, sub-scores 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462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M7–8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800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+ Spiritual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212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Reading/course tracker, spiritual journal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2976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462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M9–10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800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5212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partners, groups, challenges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2976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EF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462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M11–12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4800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+ 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5212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coach, meal/workout AI, B2B2C pilot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31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a seed round to take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 to a validated core loop.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88950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834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Phases 0–2 — core loop through Finance/Relationships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&amp; 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38862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insight accuracy, optimize inference cost per user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99262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37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9377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ASO, and the referral loop from day 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funds, target raise amount, and runway to be finalized with current financials at time of raise.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2026-07-21T05:33:00Z</dcterms:created>
  <dcterms:modified xsi:type="dcterms:W3CDTF">2026-07-21T05:33:00Z</dcterms:modified>
</cp:coreProperties>
</file>